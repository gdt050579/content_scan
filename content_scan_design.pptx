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content_scan: an extensible, plugin-based content scanner in Rust. This deck walks the architecture and the key design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" name="Shape 1"/>
          <p:cNvSpPr/>
          <p:nvPr/>
        </p:nvSpPr>
        <p:spPr>
          <a:xfrm>
            <a:off x="9180576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" name="Shape 2"/>
          <p:cNvSpPr/>
          <p:nvPr/>
        </p:nvSpPr>
        <p:spPr>
          <a:xfrm>
            <a:off x="9491472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" name="Shape 3"/>
          <p:cNvSpPr/>
          <p:nvPr/>
        </p:nvSpPr>
        <p:spPr>
          <a:xfrm>
            <a:off x="9802368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" name="Shape 4"/>
          <p:cNvSpPr/>
          <p:nvPr/>
        </p:nvSpPr>
        <p:spPr>
          <a:xfrm>
            <a:off x="10113264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" name="Shape 6"/>
          <p:cNvSpPr/>
          <p:nvPr/>
        </p:nvSpPr>
        <p:spPr>
          <a:xfrm>
            <a:off x="10735056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9" name="Shape 7"/>
          <p:cNvSpPr/>
          <p:nvPr/>
        </p:nvSpPr>
        <p:spPr>
          <a:xfrm>
            <a:off x="11045952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1356848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0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180576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491472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802368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13264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35056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5952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56848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180576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9491472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02368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13264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4160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35056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5952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56848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9680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9180576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9491472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9802368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13264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24160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35056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45952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56848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8869680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9180576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0" name="Shape 38"/>
          <p:cNvSpPr/>
          <p:nvPr/>
        </p:nvSpPr>
        <p:spPr>
          <a:xfrm>
            <a:off x="9491472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9802368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13264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24160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35056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45952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56848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8869680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9180576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9491472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9802368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13264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24160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10735056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45952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56848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8869680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0576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8" name="Shape 56"/>
          <p:cNvSpPr/>
          <p:nvPr/>
        </p:nvSpPr>
        <p:spPr>
          <a:xfrm>
            <a:off x="9491472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9802368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0" name="Shape 58"/>
          <p:cNvSpPr/>
          <p:nvPr/>
        </p:nvSpPr>
        <p:spPr>
          <a:xfrm>
            <a:off x="10113264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10424160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35056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3" name="Shape 61"/>
          <p:cNvSpPr/>
          <p:nvPr/>
        </p:nvSpPr>
        <p:spPr>
          <a:xfrm>
            <a:off x="11045952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11356848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5" name="Shape 63"/>
          <p:cNvSpPr/>
          <p:nvPr/>
        </p:nvSpPr>
        <p:spPr>
          <a:xfrm>
            <a:off x="8869680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6" name="Shape 64"/>
          <p:cNvSpPr/>
          <p:nvPr/>
        </p:nvSpPr>
        <p:spPr>
          <a:xfrm>
            <a:off x="9180576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7" name="Shape 65"/>
          <p:cNvSpPr/>
          <p:nvPr/>
        </p:nvSpPr>
        <p:spPr>
          <a:xfrm>
            <a:off x="9491472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8" name="Shape 66"/>
          <p:cNvSpPr/>
          <p:nvPr/>
        </p:nvSpPr>
        <p:spPr>
          <a:xfrm>
            <a:off x="9802368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13264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0" name="Shape 68"/>
          <p:cNvSpPr/>
          <p:nvPr/>
        </p:nvSpPr>
        <p:spPr>
          <a:xfrm>
            <a:off x="10424160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35056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2" name="Shape 70"/>
          <p:cNvSpPr/>
          <p:nvPr/>
        </p:nvSpPr>
        <p:spPr>
          <a:xfrm>
            <a:off x="11045952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56848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4" name="Shape 72"/>
          <p:cNvSpPr/>
          <p:nvPr/>
        </p:nvSpPr>
        <p:spPr>
          <a:xfrm>
            <a:off x="8869680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5" name="Shape 73"/>
          <p:cNvSpPr/>
          <p:nvPr/>
        </p:nvSpPr>
        <p:spPr>
          <a:xfrm>
            <a:off x="9180576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6" name="Shape 74"/>
          <p:cNvSpPr/>
          <p:nvPr/>
        </p:nvSpPr>
        <p:spPr>
          <a:xfrm>
            <a:off x="9491472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7" name="Shape 75"/>
          <p:cNvSpPr/>
          <p:nvPr/>
        </p:nvSpPr>
        <p:spPr>
          <a:xfrm>
            <a:off x="9802368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8" name="Shape 76"/>
          <p:cNvSpPr/>
          <p:nvPr/>
        </p:nvSpPr>
        <p:spPr>
          <a:xfrm>
            <a:off x="10113264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9" name="Shape 77"/>
          <p:cNvSpPr/>
          <p:nvPr/>
        </p:nvSpPr>
        <p:spPr>
          <a:xfrm>
            <a:off x="10424160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0" name="Shape 78"/>
          <p:cNvSpPr/>
          <p:nvPr/>
        </p:nvSpPr>
        <p:spPr>
          <a:xfrm>
            <a:off x="10735056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1" name="Shape 79"/>
          <p:cNvSpPr/>
          <p:nvPr/>
        </p:nvSpPr>
        <p:spPr>
          <a:xfrm>
            <a:off x="11045952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2" name="Shape 80"/>
          <p:cNvSpPr/>
          <p:nvPr/>
        </p:nvSpPr>
        <p:spPr>
          <a:xfrm>
            <a:off x="11356848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3" name="Shape 8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· CONTENT-SCANNING FRAMEWORK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77724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content_scan</a:t>
            </a:r>
            <a:endParaRPr lang="en-US" sz="6600" dirty="0"/>
          </a:p>
        </p:txBody>
      </p:sp>
      <p:sp>
        <p:nvSpPr>
          <p:cNvPr id="86" name="Text 84"/>
          <p:cNvSpPr/>
          <p:nvPr/>
        </p:nvSpPr>
        <p:spPr>
          <a:xfrm>
            <a:off x="822960" y="32461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AEBE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plugin pipeline for identifying, analyzing, and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AEBED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extracting structured content out of arbitrary bytes.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822960" y="470916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2E3B4E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4709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EB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971800" y="470916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2E3B4E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971800" y="4709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EB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5120640" y="470916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2E3B4E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20640" y="4709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EB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walkthrough — architecture, trait model &amp; the decisions behind them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00200" y="12252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object, two actions, many plugins — and it recurses.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148840"/>
            <a:ext cx="457200" cy="100584"/>
          </a:xfrm>
          <a:prstGeom prst="rect">
            <a:avLst/>
          </a:prstGeom>
          <a:solidFill>
            <a:srgbClr val="5B7089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31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Object is anything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file, a folder, a buffer, an archive entry, a process — all the same abstraction: an addressable byte source with a path and a size.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35424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2148840"/>
            <a:ext cx="457200" cy="100584"/>
          </a:xfrm>
          <a:prstGeom prst="rect">
            <a:avLst/>
          </a:prstGeom>
          <a:solidFill>
            <a:srgbClr val="C683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2331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things you can do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55464" y="31089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it (observe behavior, compute features) and EXTRACT from it (a ZIP holds files, a folder holds files, a PE holds an overlay).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47888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67928" y="2148840"/>
            <a:ext cx="457200" cy="100584"/>
          </a:xfrm>
          <a:prstGeom prst="rect">
            <a:avLst/>
          </a:prstGeom>
          <a:solidFill>
            <a:srgbClr val="5FA777"/>
          </a:solidFill>
          <a:ln/>
        </p:spPr>
      </p:sp>
      <p:sp>
        <p:nvSpPr>
          <p:cNvPr id="16" name="Text 14"/>
          <p:cNvSpPr/>
          <p:nvPr/>
        </p:nvSpPr>
        <p:spPr>
          <a:xfrm>
            <a:off x="8567928" y="2331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Extraction feeds itself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67928" y="31089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extract is itself an Object — so scanning a ZIP-in-a-ZIP-in-a-PE is just the same pipeline applied recursively.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70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“Each action has multiple plugins. The scanner should dispatch, recurse, and filter — plugins just do their one job.”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" name="Shape 1"/>
          <p:cNvSpPr/>
          <p:nvPr/>
        </p:nvSpPr>
        <p:spPr>
          <a:xfrm>
            <a:off x="10716768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" name="Shape 2"/>
          <p:cNvSpPr/>
          <p:nvPr/>
        </p:nvSpPr>
        <p:spPr>
          <a:xfrm>
            <a:off x="11009376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6" name="Shape 4"/>
          <p:cNvSpPr/>
          <p:nvPr/>
        </p:nvSpPr>
        <p:spPr>
          <a:xfrm>
            <a:off x="11594592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8" name="Shape 6"/>
          <p:cNvSpPr/>
          <p:nvPr/>
        </p:nvSpPr>
        <p:spPr>
          <a:xfrm>
            <a:off x="10716768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9" name="Shape 7"/>
          <p:cNvSpPr/>
          <p:nvPr/>
        </p:nvSpPr>
        <p:spPr>
          <a:xfrm>
            <a:off x="11009376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0" name="Shape 8"/>
          <p:cNvSpPr/>
          <p:nvPr/>
        </p:nvSpPr>
        <p:spPr>
          <a:xfrm>
            <a:off x="11301984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1" name="Shape 9"/>
          <p:cNvSpPr/>
          <p:nvPr/>
        </p:nvSpPr>
        <p:spPr>
          <a:xfrm>
            <a:off x="11594592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16768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01984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94592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24160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16768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09376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01984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94592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0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16768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09376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1984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94592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24160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16768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09376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01984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94592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24160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16768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09376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01984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94592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24160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16768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9" name="Shape 37"/>
          <p:cNvSpPr/>
          <p:nvPr/>
        </p:nvSpPr>
        <p:spPr>
          <a:xfrm>
            <a:off x="11009376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1984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94592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24160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16768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09376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301984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6" name="Shape 44"/>
          <p:cNvSpPr/>
          <p:nvPr/>
        </p:nvSpPr>
        <p:spPr>
          <a:xfrm>
            <a:off x="11594592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24160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16768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9" name="Shape 47"/>
          <p:cNvSpPr/>
          <p:nvPr/>
        </p:nvSpPr>
        <p:spPr>
          <a:xfrm>
            <a:off x="11009376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01984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1" name="Shape 49"/>
          <p:cNvSpPr/>
          <p:nvPr/>
        </p:nvSpPr>
        <p:spPr>
          <a:xfrm>
            <a:off x="11594592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24160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3" name="Shape 51"/>
          <p:cNvSpPr/>
          <p:nvPr/>
        </p:nvSpPr>
        <p:spPr>
          <a:xfrm>
            <a:off x="10716768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09376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01984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94592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600200" y="603504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scanning pipeline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1600200" y="12252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object, in order — any step can Skip the object or Exit the whole scan.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822960" y="2148840"/>
            <a:ext cx="1883664" cy="1417320"/>
          </a:xfrm>
          <a:prstGeom prst="roundRect">
            <a:avLst>
              <a:gd name="adj" fmla="val 5806"/>
            </a:avLst>
          </a:prstGeom>
          <a:solidFill>
            <a:srgbClr val="2E3B4E"/>
          </a:solidFill>
          <a:ln w="19050">
            <a:solidFill>
              <a:srgbClr val="5B708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22960" y="25328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22960" y="29900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+ size gate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2761488" y="2738628"/>
            <a:ext cx="274320" cy="237744"/>
          </a:xfrm>
          <a:prstGeom prst="chevron">
            <a:avLst/>
          </a:prstGeom>
          <a:solidFill>
            <a:srgbClr val="E8A33D"/>
          </a:solidFill>
          <a:ln/>
        </p:spPr>
      </p:sp>
      <p:sp>
        <p:nvSpPr>
          <p:cNvPr id="66" name="Shape 64"/>
          <p:cNvSpPr/>
          <p:nvPr/>
        </p:nvSpPr>
        <p:spPr>
          <a:xfrm>
            <a:off x="3035808" y="2148840"/>
            <a:ext cx="1883664" cy="1417320"/>
          </a:xfrm>
          <a:prstGeom prst="roundRect">
            <a:avLst>
              <a:gd name="adj" fmla="val 5806"/>
            </a:avLst>
          </a:prstGeom>
          <a:solidFill>
            <a:srgbClr val="2E3B4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63824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3035808" y="25328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035808" y="29900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/ name / ext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974336" y="2738628"/>
            <a:ext cx="274320" cy="237744"/>
          </a:xfrm>
          <a:prstGeom prst="chevron">
            <a:avLst/>
          </a:prstGeom>
          <a:solidFill>
            <a:srgbClr val="E8A33D"/>
          </a:solidFill>
          <a:ln/>
        </p:spPr>
      </p:sp>
      <p:sp>
        <p:nvSpPr>
          <p:cNvPr id="71" name="Shape 69"/>
          <p:cNvSpPr/>
          <p:nvPr/>
        </p:nvSpPr>
        <p:spPr>
          <a:xfrm>
            <a:off x="5248656" y="2148840"/>
            <a:ext cx="1883664" cy="1417320"/>
          </a:xfrm>
          <a:prstGeom prst="roundRect">
            <a:avLst>
              <a:gd name="adj" fmla="val 5806"/>
            </a:avLst>
          </a:prstGeom>
          <a:solidFill>
            <a:srgbClr val="2E3B4E"/>
          </a:solidFill>
          <a:ln w="19050">
            <a:solidFill>
              <a:srgbClr val="5FA77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76672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5248656" y="25328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5248656" y="29900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then generic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187184" y="2738628"/>
            <a:ext cx="274320" cy="237744"/>
          </a:xfrm>
          <a:prstGeom prst="chevron">
            <a:avLst/>
          </a:prstGeom>
          <a:solidFill>
            <a:srgbClr val="E8A33D"/>
          </a:solidFill>
          <a:ln/>
        </p:spPr>
      </p:sp>
      <p:sp>
        <p:nvSpPr>
          <p:cNvPr id="76" name="Shape 74"/>
          <p:cNvSpPr/>
          <p:nvPr/>
        </p:nvSpPr>
        <p:spPr>
          <a:xfrm>
            <a:off x="7461504" y="2148840"/>
            <a:ext cx="1883664" cy="1417320"/>
          </a:xfrm>
          <a:prstGeom prst="roundRect">
            <a:avLst>
              <a:gd name="adj" fmla="val 5806"/>
            </a:avLst>
          </a:prstGeom>
          <a:solidFill>
            <a:srgbClr val="2E3B4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0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461504" y="25328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461504" y="29900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children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9400032" y="2738628"/>
            <a:ext cx="274320" cy="237744"/>
          </a:xfrm>
          <a:prstGeom prst="chevron">
            <a:avLst/>
          </a:prstGeom>
          <a:solidFill>
            <a:srgbClr val="E8A33D"/>
          </a:solidFill>
          <a:ln/>
        </p:spPr>
      </p:sp>
      <p:sp>
        <p:nvSpPr>
          <p:cNvPr id="81" name="Shape 79"/>
          <p:cNvSpPr/>
          <p:nvPr/>
        </p:nvSpPr>
        <p:spPr>
          <a:xfrm>
            <a:off x="9674352" y="2148840"/>
            <a:ext cx="1883664" cy="1417320"/>
          </a:xfrm>
          <a:prstGeom prst="roundRect">
            <a:avLst>
              <a:gd name="adj" fmla="val 5806"/>
            </a:avLst>
          </a:prstGeom>
          <a:solidFill>
            <a:srgbClr val="2E3B4E"/>
          </a:solidFill>
          <a:ln w="19050">
            <a:solidFill>
              <a:srgbClr val="5B708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02368" y="2258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9674352" y="25328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674352" y="29900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each child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822960" y="3977640"/>
            <a:ext cx="10735056" cy="868680"/>
          </a:xfrm>
          <a:prstGeom prst="roundRect">
            <a:avLst>
              <a:gd name="adj" fmla="val 8421"/>
            </a:avLst>
          </a:prstGeom>
          <a:solidFill>
            <a:srgbClr val="223044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97280" y="39776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RECURSE  </a:t>
            </a:r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every extracted child back into step 1 — bounded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(default 8).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22960" y="5212080"/>
            <a:ext cx="256032" cy="256032"/>
          </a:xfrm>
          <a:prstGeom prst="ellipse">
            <a:avLst/>
          </a:prstGeom>
          <a:solidFill>
            <a:srgbClr val="5FA777"/>
          </a:solidFill>
          <a:ln/>
        </p:spPr>
      </p:sp>
      <p:sp>
        <p:nvSpPr>
          <p:cNvPr id="88" name="Text 86"/>
          <p:cNvSpPr/>
          <p:nvPr/>
        </p:nvSpPr>
        <p:spPr>
          <a:xfrm>
            <a:off x="1188720" y="51389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 </a:t>
            </a:r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normally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4352544" y="521208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0" name="Text 88"/>
          <p:cNvSpPr/>
          <p:nvPr/>
        </p:nvSpPr>
        <p:spPr>
          <a:xfrm>
            <a:off x="4718304" y="51389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 </a:t>
            </a:r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this object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7882128" y="5212080"/>
            <a:ext cx="256032" cy="256032"/>
          </a:xfrm>
          <a:prstGeom prst="ellipse">
            <a:avLst/>
          </a:prstGeom>
          <a:solidFill>
            <a:srgbClr val="C0563E"/>
          </a:solidFill>
          <a:ln/>
        </p:spPr>
      </p:sp>
      <p:sp>
        <p:nvSpPr>
          <p:cNvPr id="92" name="Text 90"/>
          <p:cNvSpPr/>
          <p:nvPr/>
        </p:nvSpPr>
        <p:spPr>
          <a:xfrm>
            <a:off x="8247888" y="51389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 </a:t>
            </a:r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the scan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NextAction — returned by every analyzer &amp; extractor</a:t>
            </a:r>
            <a:endParaRPr lang="en-US" sz="1150" dirty="0"/>
          </a:p>
        </p:txBody>
      </p:sp>
      <p:sp>
        <p:nvSpPr>
          <p:cNvPr id="94" name="Text 9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trait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00200" y="12252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traits — a plugin implements only the roles it fills.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01600" dist="31750" dir="5400000">
              <a:srgbClr val="9AA7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84832"/>
            <a:ext cx="91440" cy="1060704"/>
          </a:xfrm>
          <a:prstGeom prst="rect">
            <a:avLst/>
          </a:prstGeom>
          <a:solidFill>
            <a:srgbClr val="5B7089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Content&lt;T&gt;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404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abstraction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2724912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path() · size() · read(offset,count)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content_type() → Option&lt;T&gt;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64224" y="1828800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01600" dist="31750" dir="5400000">
              <a:srgbClr val="9AA7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64224" y="2084832"/>
            <a:ext cx="91440" cy="1060704"/>
          </a:xfrm>
          <a:prstGeom prst="rect">
            <a:avLst/>
          </a:prstGeom>
          <a:solidFill>
            <a:srgbClr val="C683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84264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ContentIdentifier&lt;T&gt;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4264" y="2404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84264" y="2724912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identify_method() → magic / ext / name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validate(content) → bool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611880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01600" dist="31750" dir="5400000">
              <a:srgbClr val="9AA7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867912"/>
            <a:ext cx="91440" cy="1060704"/>
          </a:xfrm>
          <a:prstGeom prst="rect">
            <a:avLst/>
          </a:prstGeom>
          <a:solidFill>
            <a:srgbClr val="5FA777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ContentAnalyzer&lt;T&gt;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record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4507992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analyze(content, &amp;mut Context)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NextAction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64224" y="3611880"/>
            <a:ext cx="53035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101600" dist="31750" dir="5400000">
              <a:srgbClr val="9AA7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4224" y="3867912"/>
            <a:ext cx="91440" cy="1060704"/>
          </a:xfrm>
          <a:prstGeom prst="rect">
            <a:avLst/>
          </a:prstGeom>
          <a:solidFill>
            <a:srgbClr val="C0563E"/>
          </a:solidFill>
          <a:ln/>
        </p:spPr>
      </p:sp>
      <p:sp>
        <p:nvSpPr>
          <p:cNvPr id="23" name="Text 21"/>
          <p:cNvSpPr/>
          <p:nvPr/>
        </p:nvSpPr>
        <p:spPr>
          <a:xfrm>
            <a:off x="6684264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ContentExtractor&lt;T&gt;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84264" y="41879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out children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84264" y="4507992"/>
            <a:ext cx="4800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→ advance → extract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Box&lt;dyn Content&lt;T&gt;&gt;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 can implement several traits.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emulator that analyzes </a:t>
            </a:r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extracts is one type with two impls — shared work cached in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68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&amp;mut self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" name="Shape 3"/>
          <p:cNvSpPr/>
          <p:nvPr/>
        </p:nvSpPr>
        <p:spPr>
          <a:xfrm>
            <a:off x="1380744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0744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0744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8136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0744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8136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0744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9" name="Shape 27"/>
          <p:cNvSpPr/>
          <p:nvPr/>
        </p:nvSpPr>
        <p:spPr>
          <a:xfrm>
            <a:off x="1380744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8136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80744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8136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7" name="Shape 35"/>
          <p:cNvSpPr/>
          <p:nvPr/>
        </p:nvSpPr>
        <p:spPr>
          <a:xfrm>
            <a:off x="1380744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8136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380744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8136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5" name="Shape 43"/>
          <p:cNvSpPr/>
          <p:nvPr/>
        </p:nvSpPr>
        <p:spPr>
          <a:xfrm>
            <a:off x="1380744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600200" y="603504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Identification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1600200" y="122529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pre-filter, then confirm — magic is always consulted, so renaming never fools it.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22960" y="2011680"/>
            <a:ext cx="3310128" cy="1737360"/>
          </a:xfrm>
          <a:prstGeom prst="roundRect">
            <a:avLst>
              <a:gd name="adj" fmla="val 4737"/>
            </a:avLst>
          </a:prstGeom>
          <a:solidFill>
            <a:srgbClr val="2E3B4E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10972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16 bytes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9728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PK\x03\x04 → Zip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389120" y="2011680"/>
            <a:ext cx="3310128" cy="1737360"/>
          </a:xfrm>
          <a:prstGeom prst="roundRect">
            <a:avLst>
              <a:gd name="adj" fmla="val 4737"/>
            </a:avLst>
          </a:prstGeom>
          <a:solidFill>
            <a:srgbClr val="2E3B4E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46634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 name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66344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 · Dockerfile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955280" y="2011680"/>
            <a:ext cx="3310128" cy="1737360"/>
          </a:xfrm>
          <a:prstGeom prst="roundRect">
            <a:avLst>
              <a:gd name="adj" fmla="val 4737"/>
            </a:avLst>
          </a:prstGeom>
          <a:solidFill>
            <a:srgbClr val="2E3B4E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82296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last dot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2960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.pdf · .zip · .exe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5806440" y="3840480"/>
            <a:ext cx="502920" cy="502920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63" name="Shape 61"/>
          <p:cNvSpPr/>
          <p:nvPr/>
        </p:nvSpPr>
        <p:spPr>
          <a:xfrm>
            <a:off x="822960" y="452628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223044"/>
          </a:solidFill>
          <a:ln w="17780">
            <a:solidFill>
              <a:srgbClr val="5FA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7280" y="4526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  </a:t>
            </a:r>
            <a:pPr indent="0" marL="0"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candidate against the real bytes. A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notes.zip</a:t>
            </a:r>
            <a:pPr indent="0" marL="0"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is actually text fails here — the label lies, the content doesn't.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 tiers chosen automatically:  One · packed-magic table · trie — by pattern count &amp; length.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60350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Dispatch by contiguous range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00200" y="12252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are keyed (type &lt;&lt; 16 | priority), sorted once — so a type maps to a slice, not a scan.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68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2199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8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14884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68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22199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8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25694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5FA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22199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5694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5B70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22199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25694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099816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5B70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17296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3099816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5B70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17296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03120" y="35204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099816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56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17296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5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35204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99816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56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17296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5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35204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sorted Vec&lt;(u32, plugin)&gt;   ·   * = generic (0xFFFF)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20840" y="2148840"/>
            <a:ext cx="461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2008" y="2322576"/>
            <a:ext cx="201168" cy="201168"/>
          </a:xfrm>
          <a:prstGeom prst="ellipse">
            <a:avLst/>
          </a:prstGeom>
          <a:solidFill>
            <a:srgbClr val="C6832A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2148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range(Zip)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3836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8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(0, 2)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20840" y="2807208"/>
            <a:ext cx="461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22008" y="2980944"/>
            <a:ext cx="201168" cy="201168"/>
          </a:xfrm>
          <a:prstGeom prst="ellipse">
            <a:avLst/>
          </a:prstGeom>
          <a:solidFill>
            <a:srgbClr val="5FA777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28072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range(Pe)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738360" y="2807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(2, 3)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720840" y="3465576"/>
            <a:ext cx="461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22008" y="3639312"/>
            <a:ext cx="201168" cy="201168"/>
          </a:xfrm>
          <a:prstGeom prst="ellipse">
            <a:avLst/>
          </a:prstGeom>
          <a:solidFill>
            <a:srgbClr val="5B7089"/>
          </a:solidFill>
          <a:ln/>
        </p:spPr>
      </p:sp>
      <p:sp>
        <p:nvSpPr>
          <p:cNvPr id="41" name="Text 39"/>
          <p:cNvSpPr/>
          <p:nvPr/>
        </p:nvSpPr>
        <p:spPr>
          <a:xfrm>
            <a:off x="7269480" y="34655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range(Pdf)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38360" y="34655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(3, 6)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720840" y="4123944"/>
            <a:ext cx="461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2008" y="4297680"/>
            <a:ext cx="201168" cy="201168"/>
          </a:xfrm>
          <a:prstGeom prst="ellipse">
            <a:avLst/>
          </a:prstGeom>
          <a:solidFill>
            <a:srgbClr val="C0563E"/>
          </a:solidFill>
          <a:ln/>
        </p:spPr>
      </p:sp>
      <p:sp>
        <p:nvSpPr>
          <p:cNvPr id="45" name="Text 43"/>
          <p:cNvSpPr/>
          <p:nvPr/>
        </p:nvSpPr>
        <p:spPr>
          <a:xfrm>
            <a:off x="7269480" y="41239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generic_range()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738360" y="41239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5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(6, 8)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20840" y="4892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lookup, cache-friendly iteration.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per-object filtering — the slice bounds are computed at build time.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" name="Shape 1"/>
          <p:cNvSpPr/>
          <p:nvPr/>
        </p:nvSpPr>
        <p:spPr>
          <a:xfrm>
            <a:off x="10808208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" name="Shape 2"/>
          <p:cNvSpPr/>
          <p:nvPr/>
        </p:nvSpPr>
        <p:spPr>
          <a:xfrm>
            <a:off x="11100816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" name="Shape 3"/>
          <p:cNvSpPr/>
          <p:nvPr/>
        </p:nvSpPr>
        <p:spPr>
          <a:xfrm>
            <a:off x="11393424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6" name="Shape 4"/>
          <p:cNvSpPr/>
          <p:nvPr/>
        </p:nvSpPr>
        <p:spPr>
          <a:xfrm>
            <a:off x="11686032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8" name="Shape 6"/>
          <p:cNvSpPr/>
          <p:nvPr/>
        </p:nvSpPr>
        <p:spPr>
          <a:xfrm>
            <a:off x="10808208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0" name="Shape 8"/>
          <p:cNvSpPr/>
          <p:nvPr/>
        </p:nvSpPr>
        <p:spPr>
          <a:xfrm>
            <a:off x="11393424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1" name="Shape 9"/>
          <p:cNvSpPr/>
          <p:nvPr/>
        </p:nvSpPr>
        <p:spPr>
          <a:xfrm>
            <a:off x="11686032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0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08208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0816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93424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86032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0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08208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0816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93424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86032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0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08208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00816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93424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86032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0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08208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0816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93424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86032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15600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08208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100816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93424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686032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15600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08208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00816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93424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1686032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15600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08208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0816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393424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6" name="Shape 44"/>
          <p:cNvSpPr/>
          <p:nvPr/>
        </p:nvSpPr>
        <p:spPr>
          <a:xfrm>
            <a:off x="11686032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15600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08208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0816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93424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1" name="Shape 49"/>
          <p:cNvSpPr/>
          <p:nvPr/>
        </p:nvSpPr>
        <p:spPr>
          <a:xfrm>
            <a:off x="11686032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3" name="Shape 51"/>
          <p:cNvSpPr/>
          <p:nvPr/>
        </p:nvSpPr>
        <p:spPr>
          <a:xfrm>
            <a:off x="10808208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4" name="Shape 52"/>
          <p:cNvSpPr/>
          <p:nvPr/>
        </p:nvSpPr>
        <p:spPr>
          <a:xfrm>
            <a:off x="11100816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93424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6" name="Shape 54"/>
          <p:cNvSpPr/>
          <p:nvPr/>
        </p:nvSpPr>
        <p:spPr>
          <a:xfrm>
            <a:off x="11686032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600200" y="60350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 — observe, then detect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1600200" y="12252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 write observations into typed VarMaps; two scopes, two lifetimes.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822960" y="19659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2E3B4E"/>
          </a:solidFill>
          <a:ln w="17780">
            <a:solidFill>
              <a:srgbClr val="E8A3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21762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global()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11430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Whole-scan accumulator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143000" y="3063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across every object — counts, sums, findings. Read from ScanResult when the scan finishes.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217920" y="19659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2E3B4E"/>
          </a:solidFill>
          <a:ln w="17780">
            <a:solidFill>
              <a:srgbClr val="5FA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21762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extract()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5379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 scratch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37960" y="3063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→ extractor hints for one content (e.g. “overlay ZIP starts at offset X”). Cleared each object.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5926"/>
            </a:avLst>
          </a:prstGeom>
          <a:solidFill>
            <a:srgbClr val="223044"/>
          </a:solidFill>
          <a:ln w="12700">
            <a:solidFill>
              <a:srgbClr val="5B708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VarMap?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7280" y="4937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typed keys, 16-byte cells, arena-backed strings.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arena → reused via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scan / per object, so memory stays bounded across a deep, wide recursion.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00200" y="60350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Decisions that shaped the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0020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traded a tempting shortcut for a property that survives real input.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543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4825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48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83664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Separate traits, not a merged one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40680" y="1883664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&amp; Extractor stay distinct (findings up, objects down). One struct may still implement both.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688336"/>
            <a:ext cx="10543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90779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07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Extractor owns enumeration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40680" y="2743200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advance → extract, so the caller filters an Entry before paying to materialize its child.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547872"/>
            <a:ext cx="10543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76732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767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60273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Flat NextAction: Continue / Skip / Exit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40680" y="3602736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SkipAnalyzers — its scope depended on priority order and few plugins needed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407408"/>
            <a:ext cx="10543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62686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626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6227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Self-declared content_type()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40680" y="446227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no validation — for content that has no signature (a command-line buffer) or is known by construction.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266944"/>
            <a:ext cx="1054303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54864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486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532180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Precedence over call-order in filters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40680" y="5321808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carve-out says High instead of forcing the author to reason about where in the chain it sits.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5" name="Shape 3"/>
          <p:cNvSpPr/>
          <p:nvPr/>
        </p:nvSpPr>
        <p:spPr>
          <a:xfrm>
            <a:off x="1380744" y="54864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84124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0744" y="113385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0744" y="142646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8136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0744" y="171907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8136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0744" y="201168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29" name="Shape 27"/>
          <p:cNvSpPr/>
          <p:nvPr/>
        </p:nvSpPr>
        <p:spPr>
          <a:xfrm>
            <a:off x="1380744" y="2304288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8136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80744" y="2596896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8136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7" name="Shape 35"/>
          <p:cNvSpPr/>
          <p:nvPr/>
        </p:nvSpPr>
        <p:spPr>
          <a:xfrm>
            <a:off x="1380744" y="2889504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8136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380744" y="3182112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8136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5" name="Shape 43"/>
          <p:cNvSpPr/>
          <p:nvPr/>
        </p:nvSpPr>
        <p:spPr>
          <a:xfrm>
            <a:off x="1380744" y="3474720"/>
            <a:ext cx="45720" cy="45720"/>
          </a:xfrm>
          <a:prstGeom prst="ellipse">
            <a:avLst/>
          </a:prstGeom>
          <a:solidFill>
            <a:srgbClr val="2A3648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600200" y="603504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Known open item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1600200" y="122529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correctness issue still standing before the core is complete.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22960" y="1965960"/>
            <a:ext cx="10543032" cy="1737360"/>
          </a:xfrm>
          <a:prstGeom prst="roundRect">
            <a:avLst>
              <a:gd name="adj" fmla="val 4211"/>
            </a:avLst>
          </a:prstGeom>
          <a:solidFill>
            <a:srgbClr val="2E3B4E"/>
          </a:solidFill>
          <a:ln w="20320">
            <a:solidFill>
              <a:srgbClr val="C0563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3000" y="2286000"/>
            <a:ext cx="548640" cy="548640"/>
          </a:xfrm>
          <a:prstGeom prst="ellipse">
            <a:avLst/>
          </a:prstGeom>
          <a:solidFill>
            <a:srgbClr val="C0563E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!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1920240" y="2212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Extractor cursor re-entrancy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1920240" y="2788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ZIP-in-a-ZIP re-enters the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extractor instance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mid-iteration — the shared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&amp;mut self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cursor gets clobbered by the recursive scan of its own child.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8229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5926"/>
            </a:avLst>
          </a:prstGeom>
          <a:solidFill>
            <a:srgbClr val="223044"/>
          </a:solidFill>
          <a:ln w="17780">
            <a:solidFill>
              <a:srgbClr val="5FA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7280" y="4526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cursor off </a:t>
            </a:r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&amp;mut self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an owned session that </a:t>
            </a:r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returns. Each recursion depth gets its own session on its own stack frame — nesting can't corrupt it, and the extractor becomes </a:t>
            </a:r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&amp;self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" name="Shape 1"/>
          <p:cNvSpPr/>
          <p:nvPr/>
        </p:nvSpPr>
        <p:spPr>
          <a:xfrm>
            <a:off x="9180576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" name="Shape 2"/>
          <p:cNvSpPr/>
          <p:nvPr/>
        </p:nvSpPr>
        <p:spPr>
          <a:xfrm>
            <a:off x="9491472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" name="Shape 3"/>
          <p:cNvSpPr/>
          <p:nvPr/>
        </p:nvSpPr>
        <p:spPr>
          <a:xfrm>
            <a:off x="9802368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" name="Shape 4"/>
          <p:cNvSpPr/>
          <p:nvPr/>
        </p:nvSpPr>
        <p:spPr>
          <a:xfrm>
            <a:off x="10113264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" name="Shape 6"/>
          <p:cNvSpPr/>
          <p:nvPr/>
        </p:nvSpPr>
        <p:spPr>
          <a:xfrm>
            <a:off x="10735056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9" name="Shape 7"/>
          <p:cNvSpPr/>
          <p:nvPr/>
        </p:nvSpPr>
        <p:spPr>
          <a:xfrm>
            <a:off x="11045952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1356848" y="64008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0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180576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491472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9802368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13264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35056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5952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56848" y="95097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180576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9491472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02368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13264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4160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35056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5952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56848" y="126187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9680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9180576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9491472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9802368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13264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24160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35056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45952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56848" y="157276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8869680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9180576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0" name="Shape 38"/>
          <p:cNvSpPr/>
          <p:nvPr/>
        </p:nvSpPr>
        <p:spPr>
          <a:xfrm>
            <a:off x="9491472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9802368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13264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24160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35056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45952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56848" y="1883664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8869680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9180576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9491472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9802368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13264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24160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10735056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45952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56848" y="2194560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8869680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0576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8" name="Shape 56"/>
          <p:cNvSpPr/>
          <p:nvPr/>
        </p:nvSpPr>
        <p:spPr>
          <a:xfrm>
            <a:off x="9491472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9802368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0" name="Shape 58"/>
          <p:cNvSpPr/>
          <p:nvPr/>
        </p:nvSpPr>
        <p:spPr>
          <a:xfrm>
            <a:off x="10113264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10424160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35056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3" name="Shape 61"/>
          <p:cNvSpPr/>
          <p:nvPr/>
        </p:nvSpPr>
        <p:spPr>
          <a:xfrm>
            <a:off x="11045952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11356848" y="2505456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5" name="Shape 63"/>
          <p:cNvSpPr/>
          <p:nvPr/>
        </p:nvSpPr>
        <p:spPr>
          <a:xfrm>
            <a:off x="8869680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6" name="Shape 64"/>
          <p:cNvSpPr/>
          <p:nvPr/>
        </p:nvSpPr>
        <p:spPr>
          <a:xfrm>
            <a:off x="9180576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7" name="Shape 65"/>
          <p:cNvSpPr/>
          <p:nvPr/>
        </p:nvSpPr>
        <p:spPr>
          <a:xfrm>
            <a:off x="9491472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8" name="Shape 66"/>
          <p:cNvSpPr/>
          <p:nvPr/>
        </p:nvSpPr>
        <p:spPr>
          <a:xfrm>
            <a:off x="9802368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13264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0" name="Shape 68"/>
          <p:cNvSpPr/>
          <p:nvPr/>
        </p:nvSpPr>
        <p:spPr>
          <a:xfrm>
            <a:off x="10424160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35056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2" name="Shape 70"/>
          <p:cNvSpPr/>
          <p:nvPr/>
        </p:nvSpPr>
        <p:spPr>
          <a:xfrm>
            <a:off x="11045952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56848" y="2816352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4" name="Shape 72"/>
          <p:cNvSpPr/>
          <p:nvPr/>
        </p:nvSpPr>
        <p:spPr>
          <a:xfrm>
            <a:off x="8869680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5" name="Shape 73"/>
          <p:cNvSpPr/>
          <p:nvPr/>
        </p:nvSpPr>
        <p:spPr>
          <a:xfrm>
            <a:off x="9180576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6" name="Shape 74"/>
          <p:cNvSpPr/>
          <p:nvPr/>
        </p:nvSpPr>
        <p:spPr>
          <a:xfrm>
            <a:off x="9491472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7" name="Shape 75"/>
          <p:cNvSpPr/>
          <p:nvPr/>
        </p:nvSpPr>
        <p:spPr>
          <a:xfrm>
            <a:off x="9802368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8" name="Shape 76"/>
          <p:cNvSpPr/>
          <p:nvPr/>
        </p:nvSpPr>
        <p:spPr>
          <a:xfrm>
            <a:off x="10113264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79" name="Shape 77"/>
          <p:cNvSpPr/>
          <p:nvPr/>
        </p:nvSpPr>
        <p:spPr>
          <a:xfrm>
            <a:off x="10424160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0" name="Shape 78"/>
          <p:cNvSpPr/>
          <p:nvPr/>
        </p:nvSpPr>
        <p:spPr>
          <a:xfrm>
            <a:off x="10735056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1" name="Shape 79"/>
          <p:cNvSpPr/>
          <p:nvPr/>
        </p:nvSpPr>
        <p:spPr>
          <a:xfrm>
            <a:off x="11045952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2" name="Shape 80"/>
          <p:cNvSpPr/>
          <p:nvPr/>
        </p:nvSpPr>
        <p:spPr>
          <a:xfrm>
            <a:off x="11356848" y="3127248"/>
            <a:ext cx="50292" cy="50292"/>
          </a:xfrm>
          <a:prstGeom prst="ellipse">
            <a:avLst/>
          </a:prstGeom>
          <a:solidFill>
            <a:srgbClr val="2C3A4D"/>
          </a:solidFill>
          <a:ln/>
        </p:spPr>
      </p:sp>
      <p:sp>
        <p:nvSpPr>
          <p:cNvPr id="83" name="Shape 8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12344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stands</a:t>
            </a:r>
            <a:endParaRPr lang="en-US" sz="4000" dirty="0"/>
          </a:p>
        </p:txBody>
      </p:sp>
      <p:sp>
        <p:nvSpPr>
          <p:cNvPr id="85" name="Text 83"/>
          <p:cNvSpPr/>
          <p:nvPr/>
        </p:nvSpPr>
        <p:spPr>
          <a:xfrm>
            <a:off x="86868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5200" dirty="0"/>
          </a:p>
        </p:txBody>
      </p:sp>
      <p:sp>
        <p:nvSpPr>
          <p:cNvPr id="86" name="Text 84"/>
          <p:cNvSpPr/>
          <p:nvPr/>
        </p:nvSpPr>
        <p:spPr>
          <a:xfrm>
            <a:off x="86868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traits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365760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FA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5200" dirty="0"/>
          </a:p>
        </p:txBody>
      </p:sp>
      <p:sp>
        <p:nvSpPr>
          <p:cNvPr id="88" name="Text 86"/>
          <p:cNvSpPr/>
          <p:nvPr/>
        </p:nvSpPr>
        <p:spPr>
          <a:xfrm>
            <a:off x="36576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NextActions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644652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EB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5200" dirty="0"/>
          </a:p>
        </p:txBody>
      </p:sp>
      <p:sp>
        <p:nvSpPr>
          <p:cNvPr id="90" name="Text 88"/>
          <p:cNvSpPr/>
          <p:nvPr/>
        </p:nvSpPr>
        <p:spPr>
          <a:xfrm>
            <a:off x="644652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868680" y="4114800"/>
            <a:ext cx="7772400" cy="0"/>
          </a:xfrm>
          <a:prstGeom prst="line">
            <a:avLst/>
          </a:prstGeom>
          <a:noFill/>
          <a:ln w="12700">
            <a:solidFill>
              <a:srgbClr val="2E3B4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6868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 </a:t>
            </a:r>
            <a:pPr indent="0" marL="0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identification, range dispatch, filters, context, self-typing, the recursion itself.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86868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extractor-session reshape (kills re-entrancy) — then multi-type sets for DOCX / APK / SFX.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content_scan  ·  MIT  ·  0.1.x — early / experimental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2026-08-06T21:46:41Z</dcterms:created>
  <dcterms:modified xsi:type="dcterms:W3CDTF">2026-08-06T21:46:41Z</dcterms:modified>
</cp:coreProperties>
</file>